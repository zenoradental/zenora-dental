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 not read the slide. Say: 'Two minutes, then I'll ask you a question.' Keep this slide up for under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of this slide: they have no procurement, no committee. And competition is genuinely rising. Don't linger —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slide. Ask before advancing: 'When a patient calls you at 8:30pm, what happens?' Then wait. Let them answer. Their answer is the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you credibility. Dentists have been lied to by agencies. Saying 'most patients prefer the phone' out loud is disarming — and it sets up Priority Leads as the hero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40 seconds. The demo does the real work. Do not read the bullets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out loud while showing the live site on your phone. Do not just present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moment they buy. Switch to the live dashboard and drag a real card. Then stop talking and let them ask for the mouse.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are the thing every dentist already worries about. Land that point hard — it is a genuine differentiator versus a plain agency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disclaimer line at the bottom is deliberate — it protects you. If they ask about SMS, say it is roadmap, not included. Never promise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Professional. Say the number once, calmly, then move immediately to the ROI slide. Do not apologise for the price and do not fill the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question. Then STOP TALKING. Whoever speaks first loses. Count to ten in your head if you have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use this slide if they raise an alternative. If they haven't, skip it — don't introduce competitors they weren't thinking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is a genuine differentiator against local agencies. Commit to the date out loud — then actually hit it, because client one is your case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assumptive: 'Do you want to start with Professional, or would Clinic Plus fit better with the second chair coming?' Then be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WHITEFOX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Zenora Dental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312724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website and front-desk dashboard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dental clinics.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3246120" cy="566928"/>
          </a:xfrm>
          <a:prstGeom prst="roundRect">
            <a:avLst>
              <a:gd name="adj" fmla="val 161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3434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7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806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·  Dr. [Clinic Owner Name],  [Clinic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65,421 dental clinics in India.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all of them are one dentist.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65,421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821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clinics in India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April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31821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single-owner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decision maker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376,721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31821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dentists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is rising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5262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dentists than ever are competing for the same patients. The clinics that win are not the ones with better dentistry — they are the ones a patient can actually reach at 9pm.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Rentech Digital clinic census (Apr 2026) · Dental Council of India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losing patients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your dentistry is worse.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C25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 a dental clinic go unanswered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busy hours.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patients do not call back.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the next clinic on Google.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60" y="2514600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2414A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633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5508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dental appointments are still booked by phone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3630168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2414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7490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₹100k–150k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5508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(USD) by practices missing 20–38% of calls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4745736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241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48646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55080" y="52486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missed calls are someone trying to book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AgentZap dental phone statistics 2026 · Resonate missed-call research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 ACCURATE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patients still prefer the phone.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exactly the point.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dental patients prefer to book by phone.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are not going to tell you that everybody books online now. They don't, and you know they don't.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8346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phone you. They just can't reach you — because you are with a patient, or it is 9pm, or the line is busy.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Zenora catches that patient instead of losing them.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 patient who can't reach you is captured: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8F2F2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5230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book a slot themselves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89888" y="5413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Instantly, without speaking to anyone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498348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8F2F2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5230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9320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request a callback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93208" y="5413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a Priority Lead in your dashboard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4983480"/>
            <a:ext cx="3429000" cy="960120"/>
          </a:xfrm>
          <a:prstGeom prst="roundRect">
            <a:avLst>
              <a:gd name="adj" fmla="val 11429"/>
            </a:avLst>
          </a:prstGeom>
          <a:solidFill>
            <a:srgbClr val="E8F2F2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75320" y="5230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652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a real clinic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796528" y="5413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that looks worth waiting for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things, working together.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patients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mobile-first clinic website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slot in 15 seconds — 6 services, date and time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callback instead, if they'd rather talk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confirmation email with a tracking ID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their own appointment status — without phoning you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front desk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83680" y="2880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lands in one dashboard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drag patients through today's flow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callback requests, flagged and filtered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doctors, generate invoices, export to Excel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bookings the moment you need 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install. No training day. Your receptionist opens a browser.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patient at 9pm, start to finish.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9:04pm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searches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"dentist near me" — lands on your site instead of a directory listing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18688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503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the slot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503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Root Canal, Thursday 11am. Fifteen seconds. Nobody at your clinic did anything.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07608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9:05pm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confirmation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email with tracking ID, date, time and a status-check link — sent automatically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96528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06840" y="219456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872" y="2450592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872" y="24505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62872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 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62872" y="345643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at the top of your dashboard when the clinic opens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staff time spent: zero minutes.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DESK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clinic can see where every patient is — without shouting across reception.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97480" y="2404872"/>
            <a:ext cx="329184" cy="329184"/>
          </a:xfrm>
          <a:prstGeom prst="ellipse">
            <a:avLst/>
          </a:prstGeom>
          <a:solidFill>
            <a:srgbClr val="88B8BD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" y="3438144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438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" y="4023360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16" name="Text 14"/>
          <p:cNvSpPr/>
          <p:nvPr/>
        </p:nvSpPr>
        <p:spPr>
          <a:xfrm>
            <a:off x="363016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240487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016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30168" y="3438144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22" name="Text 20"/>
          <p:cNvSpPr/>
          <p:nvPr/>
        </p:nvSpPr>
        <p:spPr>
          <a:xfrm>
            <a:off x="3776472" y="3438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APT1028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75320" y="240487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1908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0684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12414A"/>
          </a:solidFill>
          <a:ln/>
        </p:spPr>
      </p:sp>
      <p:sp>
        <p:nvSpPr>
          <p:cNvPr id="30" name="Text 28"/>
          <p:cNvSpPr/>
          <p:nvPr/>
        </p:nvSpPr>
        <p:spPr>
          <a:xfrm>
            <a:off x="9208008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064240" y="2404872"/>
            <a:ext cx="329184" cy="329184"/>
          </a:xfrm>
          <a:prstGeom prst="ellipse">
            <a:avLst/>
          </a:prstGeom>
          <a:solidFill>
            <a:srgbClr val="88B8BD"/>
          </a:solidFill>
          <a:ln/>
        </p:spPr>
      </p:sp>
      <p:sp>
        <p:nvSpPr>
          <p:cNvPr id="32" name="Text 30"/>
          <p:cNvSpPr/>
          <p:nvPr/>
        </p:nvSpPr>
        <p:spPr>
          <a:xfrm>
            <a:off x="110642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08008" y="2852928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34" name="Text 32"/>
          <p:cNvSpPr/>
          <p:nvPr/>
        </p:nvSpPr>
        <p:spPr>
          <a:xfrm>
            <a:off x="9354312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08008" y="3438144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36" name="Text 34"/>
          <p:cNvSpPr/>
          <p:nvPr/>
        </p:nvSpPr>
        <p:spPr>
          <a:xfrm>
            <a:off x="9354312" y="3438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08008" y="4023360"/>
            <a:ext cx="2194560" cy="475488"/>
          </a:xfrm>
          <a:prstGeom prst="roundRect">
            <a:avLst>
              <a:gd name="adj" fmla="val 13462"/>
            </a:avLst>
          </a:prstGeom>
          <a:solidFill>
            <a:srgbClr val="1B5560"/>
          </a:solidFill>
          <a:ln/>
        </p:spPr>
      </p:sp>
      <p:sp>
        <p:nvSpPr>
          <p:cNvPr id="38" name="Text 36"/>
          <p:cNvSpPr/>
          <p:nvPr/>
        </p:nvSpPr>
        <p:spPr>
          <a:xfrm>
            <a:off x="9354312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·  APT1035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a card. That is the entire training.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receptionist can use WhatsApp, she can use this on day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emails your clinic never has to write.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ID, date, time, service — and a link to check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16936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14553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confirm or change an appointment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47872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39312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assigned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86791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knows who they are seeing before they arrive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70248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361688"/>
            <a:ext cx="438912" cy="438912"/>
          </a:xfrm>
          <a:prstGeom prst="ellipse">
            <a:avLst/>
          </a:prstGeom>
          <a:solidFill>
            <a:srgbClr val="E8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changed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59028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clear before → after of the date, time or doctor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92624"/>
            <a:ext cx="6858000" cy="621792"/>
          </a:xfrm>
          <a:prstGeom prst="roundRect">
            <a:avLst>
              <a:gd name="adj" fmla="val 17647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084064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84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065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completed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31266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+ a Google review request. This one runs forever.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2103120"/>
            <a:ext cx="3657600" cy="3172968"/>
          </a:xfrm>
          <a:prstGeom prst="roundRect">
            <a:avLst>
              <a:gd name="adj" fmla="val 3458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that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 for itself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83880" y="329184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mark a patient Completed, they get a thank-you email with a Google review link.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to remember. Nobody has to ask awkwardly at the desk.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runs — forever.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are branded to your clinic — your name, your colours, your contact details.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box.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website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Services, Blog, Contact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fast-loading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schema, Open Graph, canonical tags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booking, 6 services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callback capture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status page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05740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patient flow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Appointments: filter, search, sort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+ doctor records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generator (PDF, ₹)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to Excel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057400"/>
            <a:ext cx="3429000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78892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prevented server-side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bookings instantly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logins with role control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patient emails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hosting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custom domain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today: SMS/WhatsApp reminders, online payments, insurance claims, imaging. Ask us about the roadmap.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start.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₹24,999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₹1,499 / month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booking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staff login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 (48h)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7568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756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24414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₹44,999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3227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₹2,499 / month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630168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staff logins · 5 doctors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included, year 1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 automation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support (24h)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276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2624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₹79,999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21040" y="31546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₹4,499 / month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813048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logins + doctors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content changes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report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(4h)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annually and get two months free.  ·  Founding-client rate available for the first five clinics.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costs about one implant case.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241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042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₹44,999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one implant case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12414A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3042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₹2,499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₹83 per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3042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patient a month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has already paid for itself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241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5488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honestly — if this brought you one extra patient a month,</a:t>
            </a:r>
            <a:endParaRPr lang="en-US" sz="24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that be worth ₹83 a day?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else you could do with the money.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0" y="210312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losing the calls you already miss. Your competitor's site takes them.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852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9000" y="2852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₹2,000+/mo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0" y="285292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appear in a list next to twelve competing clinics. Their brand, not yours.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6027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web agency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36027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₹20k–₹80k once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360273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brochure. No dashboard, no automation, and nobody answers in month six.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3525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on Wix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29000" y="435254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₹500/mo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435254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evenings. And still no front-desk dashboard.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1023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Zenora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29000" y="51023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₹44,999 + ₹2,499/mo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0" y="5102352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your patients, a real dashboard, automated emails — and a person you can call.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competitor is "do nothing." It is not free — it just bills you quietly.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seven days.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logo, photos, doctor bios, services and hours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71216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54096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54096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54096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clinic's content, branding and services configured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02352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85232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85232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 through it and tell us what to change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3488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25420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08329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16368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16368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16368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with your receptionist, live on the dashboard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64624" y="22860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54203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47504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47504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47504" y="39136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connected, SSL on, taking real bookings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27000" dist="25400" dir="5400000">
              <a:srgbClr val="0A2E36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5257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agencies quote six weeks. We commit to a live date in writing — and we hit it.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657600"/>
            <a:ext cx="5120640" cy="5120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 booking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at 9pm.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30-day pilot. If it hasn't brought you a patient, don't pay the setup fee.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my clinic 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WhiteFox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687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phone]   ·   [your email]   ·   whitefoxofficial.space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WhiteFox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Zenora Dental</dc:title>
  <dc:subject>PptxGenJS Presentation</dc:subject>
  <dc:creator>WhiteFox AI</dc:creator>
  <cp:lastModifiedBy>WhiteFox AI</cp:lastModifiedBy>
  <cp:revision>1</cp:revision>
  <dcterms:created xsi:type="dcterms:W3CDTF">2026-08-09T12:02:27Z</dcterms:created>
  <dcterms:modified xsi:type="dcterms:W3CDTF">2026-08-09T12:02:27Z</dcterms:modified>
</cp:coreProperties>
</file>